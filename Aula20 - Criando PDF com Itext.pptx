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1" autoAdjust="0"/>
    <p:restoredTop sz="94612" autoAdjust="0"/>
  </p:normalViewPr>
  <p:slideViewPr>
    <p:cSldViewPr>
      <p:cViewPr varScale="1">
        <p:scale>
          <a:sx n="80" d="100"/>
          <a:sy n="80" d="100"/>
        </p:scale>
        <p:origin x="-1037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16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9242B-EBCD-4C97-9031-E5B00E0E2D21}" type="datetimeFigureOut">
              <a:rPr lang="pt-BR" smtClean="0"/>
              <a:t>31/10/2012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2FA64-DB5C-473C-A16F-F1390474001A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43802" y="4929198"/>
            <a:ext cx="1500198" cy="1500198"/>
          </a:xfrm>
          <a:prstGeom prst="rect">
            <a:avLst/>
          </a:prstGeom>
          <a:noFill/>
        </p:spPr>
      </p:pic>
      <p:pic>
        <p:nvPicPr>
          <p:cNvPr id="11268" name="Picture 4" descr="http://itextpdf.com/img/logo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4857760"/>
            <a:ext cx="1428750" cy="142875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929198"/>
            <a:ext cx="2857500" cy="1571626"/>
          </a:xfrm>
          <a:prstGeom prst="rect">
            <a:avLst/>
          </a:prstGeom>
          <a:noFill/>
        </p:spPr>
      </p:pic>
      <p:sp>
        <p:nvSpPr>
          <p:cNvPr id="7" name="Retângulo 6"/>
          <p:cNvSpPr/>
          <p:nvPr/>
        </p:nvSpPr>
        <p:spPr>
          <a:xfrm>
            <a:off x="1214414" y="1785926"/>
            <a:ext cx="721523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Criando</a:t>
            </a:r>
            <a:r>
              <a:rPr lang="en-U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um </a:t>
            </a:r>
            <a:r>
              <a:rPr lang="en-US" sz="54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relatório</a:t>
            </a:r>
            <a:endParaRPr lang="en-US" sz="54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No </a:t>
            </a:r>
            <a:r>
              <a:rPr lang="en-US" sz="5400" b="1" cap="none" spc="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Netbeans</a:t>
            </a:r>
            <a:r>
              <a:rPr 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n-US" sz="5400" b="1" cap="none" spc="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usando</a:t>
            </a:r>
            <a:r>
              <a:rPr 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a </a:t>
            </a:r>
            <a:r>
              <a:rPr lang="en-US" sz="5400" b="1" cap="none" spc="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biblioteca</a:t>
            </a:r>
            <a:r>
              <a:rPr 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n-US" sz="5400" b="1" cap="none" spc="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Itext</a:t>
            </a:r>
            <a:endParaRPr lang="pt-BR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1571612"/>
            <a:ext cx="8143932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 descr="http://itextpdf.com/img/logo.gi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57356" y="1714488"/>
            <a:ext cx="714380" cy="7143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72" y="1500174"/>
            <a:ext cx="807249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1285860"/>
            <a:ext cx="8358246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282" y="1285860"/>
            <a:ext cx="8622755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4282" y="4286256"/>
            <a:ext cx="8501122" cy="155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44" y="1357298"/>
            <a:ext cx="8643998" cy="1089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71538" y="2500306"/>
            <a:ext cx="6858048" cy="374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72" y="1214422"/>
            <a:ext cx="7929618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14414" y="5857892"/>
            <a:ext cx="73342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44" y="1285860"/>
            <a:ext cx="8786874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648" y="1500174"/>
            <a:ext cx="8923508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8987" y="1357298"/>
            <a:ext cx="8012103" cy="330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tângulo 4"/>
          <p:cNvSpPr/>
          <p:nvPr/>
        </p:nvSpPr>
        <p:spPr>
          <a:xfrm>
            <a:off x="928662" y="5000636"/>
            <a:ext cx="7358114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000" b="1" cap="none" spc="0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Obs</a:t>
            </a:r>
            <a:r>
              <a:rPr lang="pt-BR" sz="2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 : O arquivo PDF ficará salvo na pasta do projeto</a:t>
            </a:r>
            <a:endParaRPr lang="pt-BR" sz="2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282" y="1285860"/>
            <a:ext cx="8572560" cy="197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2910" y="3286124"/>
            <a:ext cx="7600950" cy="2666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1281816"/>
            <a:ext cx="8429684" cy="443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1214422"/>
            <a:ext cx="8572560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44" y="1285860"/>
            <a:ext cx="8786874" cy="135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4348" y="2714620"/>
            <a:ext cx="769620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1357298"/>
            <a:ext cx="44481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472" y="2071678"/>
            <a:ext cx="7793055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720" y="1357298"/>
            <a:ext cx="842968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5720" y="3643314"/>
            <a:ext cx="8429684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0079" y="1285860"/>
            <a:ext cx="8465325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71670" y="4286256"/>
            <a:ext cx="6276992" cy="2057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1228710"/>
            <a:ext cx="8429684" cy="455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282" y="1349375"/>
            <a:ext cx="8501122" cy="4437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1714488"/>
            <a:ext cx="8429684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hoparenting.org/wp-content/uploads/2012/05/Adobe_Acrobat_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1090" y="5786486"/>
            <a:ext cx="642910" cy="642910"/>
          </a:xfrm>
          <a:prstGeom prst="rect">
            <a:avLst/>
          </a:prstGeom>
          <a:noFill/>
        </p:spPr>
      </p:pic>
      <p:pic>
        <p:nvPicPr>
          <p:cNvPr id="11270" name="Picture 6" descr="http://1.bp.blogspot.com/-m8oTJh1luCI/T40D3PNMYpI/AAAAAAAAAM0/zq9s5UhDZAU/s1600/Netbeans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1142976" cy="6286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</Words>
  <Application>Microsoft Office PowerPoint</Application>
  <PresentationFormat>Apresentação na tela (4:3)</PresentationFormat>
  <Paragraphs>3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Fabio</dc:creator>
  <cp:lastModifiedBy>Fabio</cp:lastModifiedBy>
  <cp:revision>12</cp:revision>
  <dcterms:created xsi:type="dcterms:W3CDTF">2012-10-31T15:40:45Z</dcterms:created>
  <dcterms:modified xsi:type="dcterms:W3CDTF">2012-10-31T17:30:28Z</dcterms:modified>
</cp:coreProperties>
</file>